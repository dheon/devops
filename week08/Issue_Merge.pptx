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78E910-D4B4-6CD3-8E04-25A675396E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BD6026-7799-41E7-6B56-197972282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6F348B-06A6-454B-4420-B1A6B86C3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414499-7753-F847-D766-E38E45975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2CB15D-FF5B-D1EF-CFC0-9D1539CF5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976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7769A4-A363-4989-7300-980A68E3F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9F7BD7-108A-5DBB-D54A-8D040C8B1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B38F0B-9DCD-EAEE-1770-5C3254BED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E53824-CCE2-2552-3E22-5200D77BD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39542C-0B75-6B92-4AE8-E5708DB06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553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9710C-D712-07DE-76C0-79AD1D5A6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96CB3-9D63-B4F2-B361-DBB9C5F55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BB4430-DE6A-A8E1-C72B-A4E5EDCE8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D92AA0-2BE9-473B-B560-B6CBBCC4F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99FF68-0B1F-2A6C-9A66-0998B04F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83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55395-D803-6F95-5E3F-21253AB4F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202656-AFA5-DC8A-9208-D9DB294B7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8F3EF7-30B3-7075-FBD3-33FC3E5317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93212-86C2-2919-9758-476272D64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D52DD6-566A-D3A5-0B9F-719EDD593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59D83F-7700-8DB1-B789-170ED9657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1725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1A0346-EF7F-01C0-E5B7-5C1812F06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2A9430-A7DF-5EEE-F1F3-709E80A20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03DBE7-6153-4C92-EBC5-1A6F470F07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5F31C0-3103-53B2-4CA0-6BE140907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7CB49-E656-3895-C996-764802651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FBA6322-5B4D-3C9F-1DCC-F9055058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E6532BC-6E58-602F-CF9B-3180532E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AEB6C07-727C-0423-D15F-72415F999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181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D4C4C-EB47-064D-19FF-FE374AD6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9F5E467-CE09-4EFF-889A-382106A0D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BCF398-6B25-64E7-7356-06AC4DDFA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6A9E39-A50F-A133-F988-A02CC23F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9233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E5A2B64-1E0B-2914-A6ED-9BDEF6A0C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C7089AD-496F-86A6-6C3C-8B3828F83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36D432-C1E9-3FE9-60BA-A3AB47BD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941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F422E-1A6A-B7DB-B958-04087A08A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14C5D3-E52B-D6D2-D270-E271A88A3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5C647A-0DFF-7DBF-C278-456B85EFAD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7E844-43FE-B653-CB9F-8333B1951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91C9436-CE9B-D0A2-1371-280C58378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7A5303-88AF-8299-AF2E-F352874DE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028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99184-A153-1A54-64B1-6306DE26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8AAD164-B093-AB3B-71EE-8D57562DAD4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8948F1-14F1-56CB-A2AB-D81CB5F354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9994EF-7F82-6693-476F-4E353D198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414054-2C10-C06D-8C18-24B7BF535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B610A0-231F-5F2F-1147-4BEB500CA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942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070093-7FCF-174E-9DA5-6BECE65C0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1639A8-EF88-9D10-A3B0-0AB6A10417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8CC2FF-AD35-2F89-7591-3AC412F4B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9426A9-B3C5-89C7-01DA-D47E7DC11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91A3A8-6EA0-8C7C-DFB4-14514E15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9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E42AF96-3400-45E6-D38F-C03621CC00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6C7A97-8888-3BA8-36BF-CBA7623EDA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4BFA1F-7B84-261F-0FA1-FCBE6CA1B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8738F1-1A98-B82F-4B8C-6FA348198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DF1A4E-17DE-1C42-1BBF-30C14DC24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733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B608AB4-7338-E4C6-5F7B-05FEAD4E6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7EE501-60C8-2F74-8940-5B997AC9C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8E917D-CCE4-06F7-739F-BA02C7C3D3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DC3A70-A3DD-7291-F773-21990861F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EC2DDB-3472-4410-6EEF-A4D1AEE94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2698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D506A8-CC0B-D40C-1E2C-874FB47331A0}"/>
              </a:ext>
            </a:extLst>
          </p:cNvPr>
          <p:cNvSpPr txBox="1"/>
          <p:nvPr/>
        </p:nvSpPr>
        <p:spPr>
          <a:xfrm>
            <a:off x="0" y="0"/>
            <a:ext cx="3121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Issue</a:t>
            </a:r>
            <a:r>
              <a:rPr lang="ko-KR" altLang="en-US"/>
              <a:t>에서 부터 </a:t>
            </a:r>
            <a:r>
              <a:rPr lang="en-US" altLang="ko-KR"/>
              <a:t>Merge </a:t>
            </a:r>
            <a:r>
              <a:rPr lang="ko-KR" altLang="en-US"/>
              <a:t>까지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32CFE8-4E59-D517-B292-68C03B2A4481}"/>
              </a:ext>
            </a:extLst>
          </p:cNvPr>
          <p:cNvSpPr txBox="1"/>
          <p:nvPr/>
        </p:nvSpPr>
        <p:spPr>
          <a:xfrm>
            <a:off x="0" y="452459"/>
            <a:ext cx="1170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Issue -&gt; Branch -&gt; </a:t>
            </a:r>
            <a:r>
              <a:rPr lang="ko-KR" altLang="en-US"/>
              <a:t>작업</a:t>
            </a:r>
            <a:r>
              <a:rPr lang="en-US" altLang="ko-KR"/>
              <a:t>,Commit, Push -&gt; PR -&gt; </a:t>
            </a:r>
            <a:r>
              <a:rPr lang="ko-KR" altLang="en-US"/>
              <a:t>검토</a:t>
            </a:r>
            <a:r>
              <a:rPr lang="en-US" altLang="ko-KR"/>
              <a:t>, </a:t>
            </a:r>
            <a:r>
              <a:rPr lang="ko-KR" altLang="en-US"/>
              <a:t>충돌 해결 </a:t>
            </a:r>
            <a:r>
              <a:rPr lang="en-US" altLang="ko-KR"/>
              <a:t>-&gt; Merge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778BA0-2E60-78F2-9398-F2C6420C1AA8}"/>
              </a:ext>
            </a:extLst>
          </p:cNvPr>
          <p:cNvSpPr txBox="1"/>
          <p:nvPr/>
        </p:nvSpPr>
        <p:spPr>
          <a:xfrm>
            <a:off x="83127" y="960582"/>
            <a:ext cx="118872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/>
              <a:t>Issue</a:t>
            </a:r>
            <a:r>
              <a:rPr lang="ko-KR" altLang="en-US"/>
              <a:t> 발행</a:t>
            </a:r>
            <a:endParaRPr lang="en-US" altLang="ko-KR"/>
          </a:p>
          <a:p>
            <a:r>
              <a:rPr lang="en-US" altLang="ko-KR"/>
              <a:t>    github Issue</a:t>
            </a:r>
            <a:r>
              <a:rPr lang="ko-KR" altLang="en-US"/>
              <a:t>에 해야할 일이나 해결해야할 것 같은 작업 목표와 완료 조건을 적습니다</a:t>
            </a:r>
            <a:r>
              <a:rPr lang="en-US" altLang="ko-KR"/>
              <a:t>. </a:t>
            </a:r>
            <a:r>
              <a:rPr lang="ko-KR" altLang="en-US"/>
              <a:t>이를 통해 고유 </a:t>
            </a:r>
            <a:r>
              <a:rPr lang="en-US" altLang="ko-KR"/>
              <a:t>Issue </a:t>
            </a:r>
            <a:r>
              <a:rPr lang="ko-KR" altLang="en-US"/>
              <a:t>번호가 생성됩니다</a:t>
            </a:r>
            <a:r>
              <a:rPr lang="en-US" altLang="ko-KR"/>
              <a:t>.</a:t>
            </a:r>
            <a:r>
              <a:rPr lang="ko-KR" altLang="en-US"/>
              <a:t> 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2. Branch </a:t>
            </a:r>
            <a:r>
              <a:rPr lang="ko-KR" altLang="en-US"/>
              <a:t>생성</a:t>
            </a:r>
            <a:endParaRPr lang="en-US" altLang="ko-KR"/>
          </a:p>
          <a:p>
            <a:r>
              <a:rPr lang="en-US" altLang="ko-KR"/>
              <a:t>    main</a:t>
            </a:r>
            <a:r>
              <a:rPr lang="ko-KR" altLang="en-US"/>
              <a:t>에 직접 수정하지 않고 독립적인 작업 공간을 만들기 위해 </a:t>
            </a:r>
            <a:r>
              <a:rPr lang="en-US" altLang="ko-KR"/>
              <a:t>branch</a:t>
            </a:r>
            <a:r>
              <a:rPr lang="ko-KR" altLang="en-US"/>
              <a:t>를 생성합니다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3. </a:t>
            </a:r>
            <a:r>
              <a:rPr lang="ko-KR" altLang="en-US"/>
              <a:t>작업</a:t>
            </a:r>
            <a:r>
              <a:rPr lang="en-US" altLang="ko-KR"/>
              <a:t>, Commit, Push</a:t>
            </a:r>
          </a:p>
          <a:p>
            <a:r>
              <a:rPr lang="en-US" altLang="ko-KR"/>
              <a:t>    Issue</a:t>
            </a:r>
            <a:r>
              <a:rPr lang="ko-KR" altLang="en-US"/>
              <a:t>에 작성한 완료 조건 작업들을 수행하고 변경 내용을 </a:t>
            </a:r>
            <a:r>
              <a:rPr lang="en-US" altLang="ko-KR"/>
              <a:t>`git add . ` -&gt; `git commit –m “”` -&gt; `git push` </a:t>
            </a:r>
            <a:r>
              <a:rPr lang="ko-KR" altLang="en-US"/>
              <a:t>로 커밋을 브랜치에 올립니다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4. Pull Request</a:t>
            </a:r>
          </a:p>
          <a:p>
            <a:r>
              <a:rPr lang="en-US" altLang="ko-KR"/>
              <a:t>    </a:t>
            </a:r>
            <a:r>
              <a:rPr lang="ko-KR" altLang="en-US"/>
              <a:t>작업 브랜치의 변경 사항을 </a:t>
            </a:r>
            <a:r>
              <a:rPr lang="en-US" altLang="ko-KR"/>
              <a:t>main</a:t>
            </a:r>
            <a:r>
              <a:rPr lang="ko-KR" altLang="en-US"/>
              <a:t>에 반영하기 위해 </a:t>
            </a:r>
            <a:r>
              <a:rPr lang="en-US" altLang="ko-KR"/>
              <a:t>PR</a:t>
            </a:r>
            <a:r>
              <a:rPr lang="ko-KR" altLang="en-US"/>
              <a:t>을 생성합니다</a:t>
            </a:r>
            <a:r>
              <a:rPr lang="en-US" altLang="ko-KR"/>
              <a:t>. PR</a:t>
            </a:r>
            <a:r>
              <a:rPr lang="ko-KR" altLang="en-US"/>
              <a:t>에 </a:t>
            </a:r>
            <a:r>
              <a:rPr lang="en-US" altLang="ko-KR"/>
              <a:t>Close #5 </a:t>
            </a:r>
            <a:r>
              <a:rPr lang="ko-KR" altLang="en-US"/>
              <a:t>등 </a:t>
            </a:r>
            <a:r>
              <a:rPr lang="en-US" altLang="ko-KR"/>
              <a:t>Issue </a:t>
            </a:r>
            <a:r>
              <a:rPr lang="ko-KR" altLang="en-US"/>
              <a:t>번호를 적으면 </a:t>
            </a:r>
            <a:r>
              <a:rPr lang="en-US" altLang="ko-KR"/>
              <a:t>merge</a:t>
            </a:r>
            <a:r>
              <a:rPr lang="ko-KR" altLang="en-US"/>
              <a:t>시 이슈가 자동으로 닫힙니다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5. </a:t>
            </a:r>
            <a:r>
              <a:rPr lang="ko-KR" altLang="en-US"/>
              <a:t>검토와 충돌 해결</a:t>
            </a:r>
            <a:endParaRPr lang="en-US" altLang="ko-KR"/>
          </a:p>
          <a:p>
            <a:r>
              <a:rPr lang="en-US" altLang="ko-KR"/>
              <a:t>    </a:t>
            </a:r>
            <a:r>
              <a:rPr lang="ko-KR" altLang="en-US"/>
              <a:t>변경 내용이 목표와 맞는지 검토하고 </a:t>
            </a:r>
            <a:r>
              <a:rPr lang="en-US" altLang="ko-KR"/>
              <a:t>conflict</a:t>
            </a:r>
            <a:r>
              <a:rPr lang="ko-KR" altLang="en-US"/>
              <a:t>가 발생하면 남길 내용을 선택 후 다시 </a:t>
            </a:r>
            <a:r>
              <a:rPr lang="en-US" altLang="ko-KR"/>
              <a:t>Commit, Push </a:t>
            </a:r>
            <a:r>
              <a:rPr lang="ko-KR" altLang="en-US"/>
              <a:t>합니다</a:t>
            </a:r>
            <a:r>
              <a:rPr lang="en-US" altLang="ko-KR"/>
              <a:t>. </a:t>
            </a:r>
          </a:p>
          <a:p>
            <a:endParaRPr lang="en-US" altLang="ko-KR"/>
          </a:p>
          <a:p>
            <a:r>
              <a:rPr lang="en-US" altLang="ko-KR"/>
              <a:t>6. Merge </a:t>
            </a:r>
            <a:r>
              <a:rPr lang="ko-KR" altLang="en-US"/>
              <a:t>및 </a:t>
            </a:r>
            <a:r>
              <a:rPr lang="en-US" altLang="ko-KR"/>
              <a:t>Issue </a:t>
            </a:r>
            <a:r>
              <a:rPr lang="ko-KR" altLang="en-US"/>
              <a:t>종료</a:t>
            </a:r>
            <a:endParaRPr lang="en-US" altLang="ko-KR"/>
          </a:p>
          <a:p>
            <a:r>
              <a:rPr lang="en-US" altLang="ko-KR"/>
              <a:t>    PR</a:t>
            </a:r>
            <a:r>
              <a:rPr lang="ko-KR" altLang="en-US"/>
              <a:t>을 </a:t>
            </a:r>
            <a:r>
              <a:rPr lang="en-US" altLang="ko-KR"/>
              <a:t>Merge</a:t>
            </a:r>
            <a:r>
              <a:rPr lang="ko-KR" altLang="en-US"/>
              <a:t>해 작업 결과를 </a:t>
            </a:r>
            <a:r>
              <a:rPr lang="en-US" altLang="ko-KR"/>
              <a:t>main</a:t>
            </a:r>
            <a:r>
              <a:rPr lang="ko-KR" altLang="en-US"/>
              <a:t>에 합칩니다</a:t>
            </a:r>
            <a:r>
              <a:rPr lang="en-US" altLang="ko-KR"/>
              <a:t>. merge</a:t>
            </a:r>
            <a:r>
              <a:rPr lang="ko-KR" altLang="en-US"/>
              <a:t>가 완료되면 </a:t>
            </a:r>
            <a:r>
              <a:rPr lang="en-US" altLang="ko-KR"/>
              <a:t>Issue </a:t>
            </a:r>
            <a:r>
              <a:rPr lang="ko-KR" altLang="en-US"/>
              <a:t>또한 자동으로 닫힙니다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36275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186</Words>
  <Application>Microsoft Office PowerPoint</Application>
  <PresentationFormat>와이드스크린</PresentationFormat>
  <Paragraphs>19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김도헌[컴퓨터정보공학과]</dc:creator>
  <cp:lastModifiedBy>김도헌[컴퓨터정보공학과]</cp:lastModifiedBy>
  <cp:revision>3</cp:revision>
  <dcterms:created xsi:type="dcterms:W3CDTF">2026-10-21T00:23:16Z</dcterms:created>
  <dcterms:modified xsi:type="dcterms:W3CDTF">2026-10-21T00:45:02Z</dcterms:modified>
</cp:coreProperties>
</file>