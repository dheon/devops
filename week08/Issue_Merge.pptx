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8E910-D4B4-6CD3-8E04-25A675396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BD6026-7799-41E7-6B56-197972282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F348B-06A6-454B-4420-B1A6B86C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14499-7753-F847-D766-E38E4597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2CB15D-FF5B-D1EF-CFC0-9D1539CF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97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769A4-A363-4989-7300-980A68E3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F7BD7-108A-5DBB-D54A-8D040C8B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38F0B-9DCD-EAEE-1770-5C3254BE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53824-CCE2-2552-3E22-5200D77B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9542C-0B75-6B92-4AE8-E5708DB0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55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9710C-D712-07DE-76C0-79AD1D5A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96CB3-9D63-B4F2-B361-DBB9C5F55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BB4430-DE6A-A8E1-C72B-A4E5EDCE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92AA0-2BE9-473B-B560-B6CBBCC4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99FF68-0B1F-2A6C-9A66-0998B04F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28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55395-D803-6F95-5E3F-21253AB4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02656-AFA5-DC8A-9208-D9DB294B7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8F3EF7-30B3-7075-FBD3-33FC3E531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3212-86C2-2919-9758-476272D6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D52DD6-566A-D3A5-0B9F-719EDD59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59D83F-7700-8DB1-B789-170ED965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72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0346-EF7F-01C0-E5B7-5C1812F0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2A9430-A7DF-5EEE-F1F3-709E80A20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3DBE7-6153-4C92-EBC5-1A6F470F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5F31C0-3103-53B2-4CA0-6BE140907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7CB49-E656-3895-C996-764802651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BA6322-5B4D-3C9F-1DCC-F9055058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6532BC-6E58-602F-CF9B-3180532E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EB6C07-727C-0423-D15F-72415F99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18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D4C4C-EB47-064D-19FF-FE374AD6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F5E467-CE09-4EFF-889A-382106A0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BCF398-6B25-64E7-7356-06AC4DDF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6A9E39-A50F-A133-F988-A02CC23F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23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A2B64-1E0B-2914-A6ED-9BDEF6A0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7089AD-496F-86A6-6C3C-8B3828F8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6D432-C1E9-3FE9-60BA-A3AB47BD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94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F422E-1A6A-B7DB-B958-04087A08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14C5D3-E52B-D6D2-D270-E271A88A3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5C647A-0DFF-7DBF-C278-456B85EFA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7E844-43FE-B653-CB9F-8333B195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1C9436-CE9B-D0A2-1371-280C5837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7A5303-88AF-8299-AF2E-F352874D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28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99184-A153-1A54-64B1-6306DE26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AAD164-B093-AB3B-71EE-8D57562DAD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8948F1-14F1-56CB-A2AB-D81CB5F35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9994EF-7F82-6693-476F-4E353D19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414054-2C10-C06D-8C18-24B7BF53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B610A0-231F-5F2F-1147-4BEB500C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4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70093-7FCF-174E-9DA5-6BECE65C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1639A8-EF88-9D10-A3B0-0AB6A1041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CC2FF-AD35-2F89-7591-3AC412F4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426A9-B3C5-89C7-01DA-D47E7DC1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1A3A8-6EA0-8C7C-DFB4-14514E1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40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42AF96-3400-45E6-D38F-C03621CC0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6C7A97-8888-3BA8-36BF-CBA7623ED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4BFA1F-7B84-261F-0FA1-FCBE6CA1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8738F1-1A98-B82F-4B8C-6FA34819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F1A4E-17DE-1C42-1BBF-30C14DC2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3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608AB4-7338-E4C6-5F7B-05FEAD4E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7EE501-60C8-2F74-8940-5B997AC9C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E917D-CCE4-06F7-739F-BA02C7C3D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22CA2-AE84-4A72-8249-EF19DC36684B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C3A70-A3DD-7291-F773-21990861F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C2DDB-3472-4410-6EEF-A4D1AEE94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B4C1F-2F01-4FD5-AD5A-F67E2033F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69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Heon/devops/tree/main/week08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D506A8-CC0B-D40C-1E2C-874FB47331A0}"/>
              </a:ext>
            </a:extLst>
          </p:cNvPr>
          <p:cNvSpPr txBox="1"/>
          <p:nvPr/>
        </p:nvSpPr>
        <p:spPr>
          <a:xfrm>
            <a:off x="0" y="0"/>
            <a:ext cx="312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Issue</a:t>
            </a:r>
            <a:r>
              <a:rPr lang="ko-KR" altLang="en-US" b="1"/>
              <a:t>에서 부터 </a:t>
            </a:r>
            <a:r>
              <a:rPr lang="en-US" altLang="ko-KR" b="1"/>
              <a:t>Merge </a:t>
            </a:r>
            <a:r>
              <a:rPr lang="ko-KR" altLang="en-US" b="1"/>
              <a:t>까지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2CFE8-4E59-D517-B292-68C03B2A4481}"/>
              </a:ext>
            </a:extLst>
          </p:cNvPr>
          <p:cNvSpPr txBox="1"/>
          <p:nvPr/>
        </p:nvSpPr>
        <p:spPr>
          <a:xfrm>
            <a:off x="0" y="452459"/>
            <a:ext cx="1170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/>
              <a:t>Issue -&gt; Branch -&gt; </a:t>
            </a:r>
            <a:r>
              <a:rPr lang="ko-KR" altLang="en-US" u="sng"/>
              <a:t>작업</a:t>
            </a:r>
            <a:r>
              <a:rPr lang="en-US" altLang="ko-KR" u="sng"/>
              <a:t>,Commit, Push -&gt; PR -&gt; </a:t>
            </a:r>
            <a:r>
              <a:rPr lang="ko-KR" altLang="en-US" u="sng"/>
              <a:t>검토</a:t>
            </a:r>
            <a:r>
              <a:rPr lang="en-US" altLang="ko-KR" u="sng"/>
              <a:t>, </a:t>
            </a:r>
            <a:r>
              <a:rPr lang="ko-KR" altLang="en-US" u="sng"/>
              <a:t>충돌 해결 </a:t>
            </a:r>
            <a:r>
              <a:rPr lang="en-US" altLang="ko-KR" u="sng"/>
              <a:t>-&gt; Merge</a:t>
            </a:r>
            <a:endParaRPr lang="ko-KR" altLang="en-US" u="s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78BA0-2E60-78F2-9398-F2C6420C1AA8}"/>
              </a:ext>
            </a:extLst>
          </p:cNvPr>
          <p:cNvSpPr txBox="1"/>
          <p:nvPr/>
        </p:nvSpPr>
        <p:spPr>
          <a:xfrm>
            <a:off x="83127" y="960582"/>
            <a:ext cx="11887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/>
              <a:t>Issue</a:t>
            </a:r>
            <a:r>
              <a:rPr lang="ko-KR" altLang="en-US" b="1"/>
              <a:t> 발행</a:t>
            </a:r>
            <a:endParaRPr lang="en-US" altLang="ko-KR" b="1"/>
          </a:p>
          <a:p>
            <a:r>
              <a:rPr lang="en-US" altLang="ko-KR"/>
              <a:t>    github Issue</a:t>
            </a:r>
            <a:r>
              <a:rPr lang="ko-KR" altLang="en-US"/>
              <a:t>에 해야할 일이나 해결해야할 것 같은 작업 목표와 완료 조건을 적습니다</a:t>
            </a:r>
            <a:r>
              <a:rPr lang="en-US" altLang="ko-KR"/>
              <a:t>. </a:t>
            </a:r>
            <a:r>
              <a:rPr lang="ko-KR" altLang="en-US"/>
              <a:t>이를 통해 고유 </a:t>
            </a:r>
            <a:r>
              <a:rPr lang="en-US" altLang="ko-KR"/>
              <a:t>Issue </a:t>
            </a:r>
            <a:r>
              <a:rPr lang="ko-KR" altLang="en-US"/>
              <a:t>번호가 생성됩니다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r>
              <a:rPr lang="en-US" altLang="ko-KR" b="1"/>
              <a:t>2. Branch </a:t>
            </a:r>
            <a:r>
              <a:rPr lang="ko-KR" altLang="en-US" b="1"/>
              <a:t>생성</a:t>
            </a:r>
            <a:endParaRPr lang="en-US" altLang="ko-KR" b="1"/>
          </a:p>
          <a:p>
            <a:r>
              <a:rPr lang="en-US" altLang="ko-KR"/>
              <a:t>    main</a:t>
            </a:r>
            <a:r>
              <a:rPr lang="ko-KR" altLang="en-US"/>
              <a:t>에 직접 수정하지 않고 독립적인 작업 공간을 만들기 위해 </a:t>
            </a:r>
            <a:r>
              <a:rPr lang="en-US" altLang="ko-KR"/>
              <a:t>branch</a:t>
            </a:r>
            <a:r>
              <a:rPr lang="ko-KR" altLang="en-US"/>
              <a:t>를 생성합니다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 b="1"/>
              <a:t>3. </a:t>
            </a:r>
            <a:r>
              <a:rPr lang="ko-KR" altLang="en-US" b="1"/>
              <a:t>작업</a:t>
            </a:r>
            <a:r>
              <a:rPr lang="en-US" altLang="ko-KR" b="1"/>
              <a:t>, Commit, Push</a:t>
            </a:r>
          </a:p>
          <a:p>
            <a:r>
              <a:rPr lang="en-US" altLang="ko-KR"/>
              <a:t>    Issue</a:t>
            </a:r>
            <a:r>
              <a:rPr lang="ko-KR" altLang="en-US"/>
              <a:t>에 작성한 완료 조건 작업들을 수행하고 변경 내용을 </a:t>
            </a:r>
            <a:r>
              <a:rPr lang="en-US" altLang="ko-KR"/>
              <a:t>`git add . ` -&gt; `git commit –m “”` -&gt; `git push` </a:t>
            </a:r>
            <a:r>
              <a:rPr lang="ko-KR" altLang="en-US"/>
              <a:t>로 커밋을 브랜치에 올립니다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 b="1"/>
              <a:t>4. Pull Request</a:t>
            </a:r>
          </a:p>
          <a:p>
            <a:r>
              <a:rPr lang="en-US" altLang="ko-KR"/>
              <a:t>    </a:t>
            </a:r>
            <a:r>
              <a:rPr lang="ko-KR" altLang="en-US"/>
              <a:t>작업 브랜치의 변경 사항을 </a:t>
            </a:r>
            <a:r>
              <a:rPr lang="en-US" altLang="ko-KR"/>
              <a:t>main</a:t>
            </a:r>
            <a:r>
              <a:rPr lang="ko-KR" altLang="en-US"/>
              <a:t>에 반영하기 위해 </a:t>
            </a:r>
            <a:r>
              <a:rPr lang="en-US" altLang="ko-KR"/>
              <a:t>PR</a:t>
            </a:r>
            <a:r>
              <a:rPr lang="ko-KR" altLang="en-US"/>
              <a:t>을 생성합니다</a:t>
            </a:r>
            <a:r>
              <a:rPr lang="en-US" altLang="ko-KR"/>
              <a:t>. PR</a:t>
            </a:r>
            <a:r>
              <a:rPr lang="ko-KR" altLang="en-US"/>
              <a:t>에 </a:t>
            </a:r>
            <a:r>
              <a:rPr lang="en-US" altLang="ko-KR"/>
              <a:t>Close #5 </a:t>
            </a:r>
            <a:r>
              <a:rPr lang="ko-KR" altLang="en-US"/>
              <a:t>등 </a:t>
            </a:r>
            <a:r>
              <a:rPr lang="en-US" altLang="ko-KR"/>
              <a:t>Issue </a:t>
            </a:r>
            <a:r>
              <a:rPr lang="ko-KR" altLang="en-US"/>
              <a:t>번호를 적으면 </a:t>
            </a:r>
            <a:r>
              <a:rPr lang="en-US" altLang="ko-KR"/>
              <a:t>merge</a:t>
            </a:r>
            <a:r>
              <a:rPr lang="ko-KR" altLang="en-US"/>
              <a:t>시 이슈가 자동으로 닫힙니다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 b="1"/>
              <a:t>5. </a:t>
            </a:r>
            <a:r>
              <a:rPr lang="ko-KR" altLang="en-US" b="1"/>
              <a:t>검토와 충돌 해결</a:t>
            </a:r>
            <a:endParaRPr lang="en-US" altLang="ko-KR" b="1"/>
          </a:p>
          <a:p>
            <a:r>
              <a:rPr lang="en-US" altLang="ko-KR"/>
              <a:t>    </a:t>
            </a:r>
            <a:r>
              <a:rPr lang="ko-KR" altLang="en-US"/>
              <a:t>변경 내용이 목표와 맞는지 검토하고 </a:t>
            </a:r>
            <a:r>
              <a:rPr lang="en-US" altLang="ko-KR"/>
              <a:t>conflict</a:t>
            </a:r>
            <a:r>
              <a:rPr lang="ko-KR" altLang="en-US"/>
              <a:t>가 발생하면 남길 내용을 선택 후 다시 </a:t>
            </a:r>
            <a:r>
              <a:rPr lang="en-US" altLang="ko-KR"/>
              <a:t>Commit, Push </a:t>
            </a:r>
            <a:r>
              <a:rPr lang="ko-KR" altLang="en-US"/>
              <a:t>합니다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 b="1"/>
              <a:t>6. Merge </a:t>
            </a:r>
            <a:r>
              <a:rPr lang="ko-KR" altLang="en-US" b="1"/>
              <a:t>및 </a:t>
            </a:r>
            <a:r>
              <a:rPr lang="en-US" altLang="ko-KR" b="1"/>
              <a:t>Issue </a:t>
            </a:r>
            <a:r>
              <a:rPr lang="ko-KR" altLang="en-US" b="1"/>
              <a:t>종료</a:t>
            </a:r>
            <a:endParaRPr lang="en-US" altLang="ko-KR" b="1"/>
          </a:p>
          <a:p>
            <a:r>
              <a:rPr lang="en-US" altLang="ko-KR"/>
              <a:t>    PR</a:t>
            </a:r>
            <a:r>
              <a:rPr lang="ko-KR" altLang="en-US"/>
              <a:t>을 </a:t>
            </a:r>
            <a:r>
              <a:rPr lang="en-US" altLang="ko-KR"/>
              <a:t>Merge</a:t>
            </a:r>
            <a:r>
              <a:rPr lang="ko-KR" altLang="en-US"/>
              <a:t>해 작업 결과를 </a:t>
            </a:r>
            <a:r>
              <a:rPr lang="en-US" altLang="ko-KR"/>
              <a:t>main</a:t>
            </a:r>
            <a:r>
              <a:rPr lang="ko-KR" altLang="en-US"/>
              <a:t>에 합칩니다</a:t>
            </a:r>
            <a:r>
              <a:rPr lang="en-US" altLang="ko-KR"/>
              <a:t>. merge</a:t>
            </a:r>
            <a:r>
              <a:rPr lang="ko-KR" altLang="en-US"/>
              <a:t>가 완료되면 </a:t>
            </a:r>
            <a:r>
              <a:rPr lang="en-US" altLang="ko-KR"/>
              <a:t>Issue </a:t>
            </a:r>
            <a:r>
              <a:rPr lang="ko-KR" altLang="en-US"/>
              <a:t>또한 자동으로 닫힙니다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2" name="TextBox 1">
            <a:hlinkClick r:id="rId2"/>
            <a:extLst>
              <a:ext uri="{FF2B5EF4-FFF2-40B4-BE49-F238E27FC236}">
                <a16:creationId xmlns:a16="http://schemas.microsoft.com/office/drawing/2014/main" id="{A327785B-2C53-5751-E613-C8C6E4BB7285}"/>
              </a:ext>
            </a:extLst>
          </p:cNvPr>
          <p:cNvSpPr txBox="1"/>
          <p:nvPr/>
        </p:nvSpPr>
        <p:spPr>
          <a:xfrm>
            <a:off x="7564582" y="30777"/>
            <a:ext cx="5902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u="sng">
                <a:solidFill>
                  <a:srgbClr val="0070C0"/>
                </a:solidFill>
              </a:rPr>
              <a:t>https://github.com/DHeon/devops/tree/main/week08</a:t>
            </a:r>
            <a:endParaRPr lang="ko-KR" altLang="en-US" sz="1400" u="sng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27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201</Words>
  <Application>Microsoft Office PowerPoint</Application>
  <PresentationFormat>와이드스크린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김도헌[컴퓨터정보공학과]</dc:creator>
  <cp:lastModifiedBy>김도헌[컴퓨터정보공학과]</cp:lastModifiedBy>
  <cp:revision>11</cp:revision>
  <dcterms:created xsi:type="dcterms:W3CDTF">2026-10-21T00:23:16Z</dcterms:created>
  <dcterms:modified xsi:type="dcterms:W3CDTF">2026-10-21T02:52:11Z</dcterms:modified>
</cp:coreProperties>
</file>